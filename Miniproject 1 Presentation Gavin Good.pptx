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35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CD7F0"/>
                </a:solidFill>
              </a:rPr>
              <a:t>MiniProject1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Word Frequency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Comparison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F1FA"/>
                </a:solidFill>
              </a:rPr>
              <a:t>Looking at repeated word patterns within one author and across different authors.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7F5"/>
                </a:solidFill>
              </a:rPr>
              <a:t>Gavin Good</a:t>
            </a:r>
            <a:endParaRPr lang="en-US" sz="1250" dirty="0"/>
          </a:p>
        </p:txBody>
      </p:sp>
      <p:pic>
        <p:nvPicPr>
          <p:cNvPr id="8" name="Image 0" descr="/mnt/data/96771a8a-551e-4592-9577-edf3b361cb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218" y="685800"/>
            <a:ext cx="6172085" cy="2240280"/>
          </a:xfrm>
          <a:prstGeom prst="rect">
            <a:avLst/>
          </a:prstGeom>
        </p:spPr>
      </p:pic>
      <p:pic>
        <p:nvPicPr>
          <p:cNvPr id="9" name="Image 1" descr="/mnt/data/97de49a0-3b8f-4969-8b65-132840b93c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999" y="3429000"/>
            <a:ext cx="5402521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is the question?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E2A3A"/>
                </a:solidFill>
              </a:rPr>
              <a:t>Can simple word-frequency charts show meaningful differences in style, topic, and narration?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404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7D61"/>
                </a:solidFill>
              </a:rPr>
              <a:t>Same-author comparison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7063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The Murder of Roger Ackroyd and The Man in the Brown Suit test whether Agatha Christie repeats similar high-frequency patterns across novels.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34840" y="2240280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404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6E3C"/>
                </a:solidFill>
              </a:rPr>
              <a:t>Different-author comparison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77063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The Return of Sherlock Holmes and The House on the Borderland test whether word counts shift more when author, genre, and narration style change.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92440" y="2240280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2404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</a:rPr>
              <a:t>Main expectation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277063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Names and dialogue words should reveal point of view and plot focus, while descriptive words should hint at genre and setting.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5C6670"/>
                </a:solidFill>
              </a:rPr>
              <a:t>These charts are not meant to “prove” literary meaning on their own, but they give a quick data trace to start asking better questions.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METHOD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was the approach?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" y="18196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9568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5564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Choose texts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755648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Four public-domain texts: one same-author pair and one different-author pair.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73368" y="18196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73368" y="19568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0488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Clean text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104888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Remove HTML, boilerplate, punctuation, numbers, and common stop words.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" y="36484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4128" y="37856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55648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Count words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75564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Use a frequency counter to find the most repeated non-stopwords.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73368" y="36484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37856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04888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Plot charts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10488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Show the top words in side-by-side horizontal bar charts.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53312" y="5733288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problems did I encounter?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57784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word lists included punctuation, curly quotation marks, and blank tokens as if they were real words.</a:t>
            </a:r>
            <a:endParaRPr lang="en-US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strings created warning messages that made the notebook output messy.</a:t>
            </a:r>
            <a:endParaRPr lang="en-US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chart settings caused tick-label issues or made the output harder to read.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64702" y="1613313"/>
            <a:ext cx="3983678" cy="24505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95160" y="1984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Fixes made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0" y="2240280"/>
            <a:ext cx="37490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AF2FA"/>
                </a:solidFill>
              </a:rPr>
              <a:t>Cleaned tokenizer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AF2FA"/>
                </a:solidFill>
              </a:rPr>
              <a:t>Normalized apostrophes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AF2FA"/>
                </a:solidFill>
              </a:rPr>
              <a:t>Removed stop words after cleaning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RESULTS: SAME AUTHOR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results did I get?</a:t>
            </a:r>
            <a:endParaRPr lang="en-US" sz="2700" dirty="0"/>
          </a:p>
        </p:txBody>
      </p:sp>
      <p:pic>
        <p:nvPicPr>
          <p:cNvPr id="4" name="Image 0" descr="/mnt/data/96771a8a-551e-4592-9577-edf3b361cb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1342"/>
            <a:ext cx="7315200" cy="2655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</a:rPr>
              <a:t>Agatha Christie comparison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046720" y="1938528"/>
            <a:ext cx="34290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novels are dialogue-heavy, with “said” as the strongest repeated word.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names dominate the top words, which fits mystery fiction built around people, clues, and conversations.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 name patterns show that each book centers a different cast and narrator focus.</a:t>
            </a:r>
            <a:endParaRPr lang="en-US" sz="1520" dirty="0"/>
          </a:p>
        </p:txBody>
      </p:sp>
      <p:sp>
        <p:nvSpPr>
          <p:cNvPr id="7" name="Shape 4"/>
          <p:cNvSpPr/>
          <p:nvPr/>
        </p:nvSpPr>
        <p:spPr>
          <a:xfrm>
            <a:off x="1280160" y="5257800"/>
            <a:ext cx="9646920" cy="530352"/>
          </a:xfrm>
          <a:prstGeom prst="rect">
            <a:avLst/>
          </a:prstGeom>
          <a:solidFill>
            <a:srgbClr val="EEF4FA"/>
          </a:solidFill>
          <a:ln w="12700">
            <a:solidFill>
              <a:srgbClr val="DD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4480" y="5449824"/>
            <a:ext cx="9098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A3A"/>
                </a:solidFill>
              </a:rPr>
              <a:t>Takeaway: same author does not mean identical vocabulary, but the shared mystery/dialogue structure still shows up clearly.</a:t>
            </a:r>
            <a:endParaRPr lang="en-US" sz="14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RESULTS: DIFFERENT AUTHORS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changed across different authors?</a:t>
            </a:r>
            <a:endParaRPr lang="en-US" sz="2700" dirty="0"/>
          </a:p>
        </p:txBody>
      </p:sp>
      <p:pic>
        <p:nvPicPr>
          <p:cNvPr id="4" name="Image 0" descr="/mnt/data/97de49a0-3b8f-4969-8b65-132840b93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0326"/>
            <a:ext cx="7315200" cy="3528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</a:rPr>
              <a:t>Doyle vs. Hodgson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092440" y="1901952"/>
            <a:ext cx="3401568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Sherlock Holmes text is shaped by recurring names: “holmes,” “watson,” and “sir.”</a:t>
            </a:r>
            <a:endParaRPr lang="en-US" sz="1480" dirty="0"/>
          </a:p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House on the Borderland has more atmosphere-based words like “time,” “seemed,” “sun,” “night,” and “light.”</a:t>
            </a:r>
            <a:endParaRPr lang="en-US" sz="1480" dirty="0"/>
          </a:p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 seems to matter: detective fiction points to characters, while weird fiction points to setting and perception.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1143000" y="5440680"/>
            <a:ext cx="9921240" cy="457200"/>
          </a:xfrm>
          <a:prstGeom prst="rect">
            <a:avLst/>
          </a:prstGeom>
          <a:solidFill>
            <a:srgbClr val="FFF4EC"/>
          </a:solidFill>
          <a:ln w="12700">
            <a:solidFill>
              <a:srgbClr val="F0D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17320" y="5596128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7A411E"/>
                </a:solidFill>
              </a:rPr>
              <a:t>Takeaway: the different-author pair produced a stronger style/genre split than the Christie-only pair.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new ideas did this generate?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</a:rPr>
              <a:t>Better comparison metric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Use proportions or ratios instead of raw counts so longer texts do not overpower shorter ones.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7D61"/>
                </a:solidFill>
              </a:rPr>
              <a:t>Look beyond top words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Compare unique vocabulary, sentence length, character-name frequency, or chapter-by-chapter changes.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6E3C"/>
                </a:solidFill>
              </a:rPr>
              <a:t>Improve interpretation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Pair the charts with close reading to explain why specific words appear so often.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9728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</a:rPr>
              <a:t>Final claim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</a:rPr>
              <a:t>Word-frequency charts are a useful first pass: they quickly show what each text repeatedly talks about, but the best analysis comes from connecting the numbers back to plot, genre, and narration.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570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Tennessee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MiniProject1 Word Frequency Comparison</dc:title>
  <dc:subject>MiniProject1 word frequency presentation</dc:subject>
  <dc:creator>Ava Oldham</dc:creator>
  <cp:lastModifiedBy>Good, Gavin Riley</cp:lastModifiedBy>
  <cp:revision>2</cp:revision>
  <dcterms:created xsi:type="dcterms:W3CDTF">2026-09-11T03:24:40Z</dcterms:created>
  <dcterms:modified xsi:type="dcterms:W3CDTF">2026-09-11T03:33:00Z</dcterms:modified>
</cp:coreProperties>
</file>