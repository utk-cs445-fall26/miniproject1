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5143500" cx="9144000"/>
  <p:notesSz cx="6858000" cy="9144000"/>
  <p:embeddedFontLst>
    <p:embeddedFont>
      <p:font typeface="Raleway"/>
      <p:regular r:id="rId11"/>
      <p:bold r:id="rId12"/>
      <p:italic r:id="rId13"/>
      <p:boldItalic r:id="rId14"/>
    </p:embeddedFont>
    <p:embeddedFont>
      <p:font typeface="Lato"/>
      <p:regular r:id="rId15"/>
      <p:bold r:id="rId16"/>
      <p:italic r:id="rId17"/>
      <p:boldItalic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Raleway-regular.fntdata"/><Relationship Id="rId10" Type="http://schemas.openxmlformats.org/officeDocument/2006/relationships/slide" Target="slides/slide5.xml"/><Relationship Id="rId13" Type="http://schemas.openxmlformats.org/officeDocument/2006/relationships/font" Target="fonts/Raleway-italic.fntdata"/><Relationship Id="rId12" Type="http://schemas.openxmlformats.org/officeDocument/2006/relationships/font" Target="fonts/Raleway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Lato-regular.fntdata"/><Relationship Id="rId14" Type="http://schemas.openxmlformats.org/officeDocument/2006/relationships/font" Target="fonts/Raleway-boldItalic.fntdata"/><Relationship Id="rId17" Type="http://schemas.openxmlformats.org/officeDocument/2006/relationships/font" Target="fonts/Lato-italic.fntdata"/><Relationship Id="rId16" Type="http://schemas.openxmlformats.org/officeDocument/2006/relationships/font" Target="fonts/Lato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schemas.openxmlformats.org/officeDocument/2006/relationships/font" Target="fonts/Lato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8b9a821a99_0_1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8b9a821a99_0_1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fa7663e099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fa7663e099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fa7663e099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fa7663e099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fa7663e099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fa7663e099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" name="Google Shape;21;p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" name="Google Shape;28;p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" name="Google Shape;36;p5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7" name="Google Shape;37;p5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7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3" name="Google Shape;53;p7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" name="Google Shape;59;p8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9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67" name="Google Shape;67;p9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Google Shape;77;p11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Word Frequency of Works by William Shakespeare and Homer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4"/>
          <p:cNvSpPr txBox="1"/>
          <p:nvPr>
            <p:ph type="title"/>
          </p:nvPr>
        </p:nvSpPr>
        <p:spPr>
          <a:xfrm>
            <a:off x="729450" y="1318650"/>
            <a:ext cx="7688700" cy="76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Romeo and Juliet VS Macbeth by William Shakespeare</a:t>
            </a:r>
            <a:endParaRPr/>
          </a:p>
        </p:txBody>
      </p:sp>
      <p:sp>
        <p:nvSpPr>
          <p:cNvPr id="92" name="Google Shape;92;p14"/>
          <p:cNvSpPr txBox="1"/>
          <p:nvPr>
            <p:ph idx="1" type="body"/>
          </p:nvPr>
        </p:nvSpPr>
        <p:spPr>
          <a:xfrm>
            <a:off x="4572000" y="2416738"/>
            <a:ext cx="3846300" cy="204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In both works, Shakespeare uses the character(s) name(s) most often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He also consistently referred back to the overall theme of love (Romeo and Juliet) and house/home (Macbeth)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Other than pronoun words, ‘shall’ is a part of the top 15 words</a:t>
            </a:r>
            <a:endParaRPr/>
          </a:p>
        </p:txBody>
      </p:sp>
      <p:pic>
        <p:nvPicPr>
          <p:cNvPr id="93" name="Google Shape;93;p14" title="Screenshot 2026-09-09 at 8.22.53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4650" y="2268608"/>
            <a:ext cx="4147350" cy="24113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5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Romeo and Juliet by William Shakespeare vs The Odyssey by Homer</a:t>
            </a:r>
            <a:endParaRPr/>
          </a:p>
        </p:txBody>
      </p:sp>
      <p:sp>
        <p:nvSpPr>
          <p:cNvPr id="99" name="Google Shape;99;p15"/>
          <p:cNvSpPr txBox="1"/>
          <p:nvPr>
            <p:ph idx="1" type="body"/>
          </p:nvPr>
        </p:nvSpPr>
        <p:spPr>
          <a:xfrm>
            <a:off x="4572000" y="2498838"/>
            <a:ext cx="3846300" cy="197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Shakespeare uses more singular personal pronouns (‘thou’, ‘thy’)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Homer uses more group oriented identification (‘men’, ‘man’, ‘us’)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Both use character names the most in their respective works</a:t>
            </a:r>
            <a:endParaRPr/>
          </a:p>
        </p:txBody>
      </p:sp>
      <p:pic>
        <p:nvPicPr>
          <p:cNvPr id="100" name="Google Shape;100;p15" title="Screenshot 2026-09-08 at 10.00.55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0175" y="2297950"/>
            <a:ext cx="4267199" cy="24957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Shakespeare vs Homer Summary</a:t>
            </a:r>
            <a:endParaRPr/>
          </a:p>
        </p:txBody>
      </p:sp>
      <p:sp>
        <p:nvSpPr>
          <p:cNvPr id="106" name="Google Shape;106;p16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SIMILARITIES</a:t>
            </a:r>
            <a:endParaRPr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Use words to reference back to the theme often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Focus on character names rather than just point of views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6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DIFFERENCES</a:t>
            </a:r>
            <a:endParaRPr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Homer refers to people in a general more group-like way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Shakespeare’s works are more plays so the common words are more aligned with dialogue whereas Homer is more associated with storytelling 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7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Different words but similar intentions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