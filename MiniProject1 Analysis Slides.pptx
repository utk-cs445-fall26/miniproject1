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7" d="100"/>
          <a:sy n="47" d="100"/>
        </p:scale>
        <p:origin x="2035" y="7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143000"/>
            <a:ext cx="1078992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7200" b="1" dirty="0">
                <a:solidFill>
                  <a:srgbClr val="000000"/>
                </a:solidFill>
                <a:latin typeface="Arial"/>
              </a:rPr>
              <a:t>Mini Project 1</a:t>
            </a:r>
            <a:endParaRPr sz="7200" dirty="0"/>
          </a:p>
        </p:txBody>
      </p:sp>
      <p:sp>
        <p:nvSpPr>
          <p:cNvPr id="4" name="TextBox 3"/>
          <p:cNvSpPr txBox="1"/>
          <p:nvPr/>
        </p:nvSpPr>
        <p:spPr>
          <a:xfrm>
            <a:off x="713232" y="2606040"/>
            <a:ext cx="9966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</a:rPr>
              <a:t>COSC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445</a:t>
            </a:r>
            <a:endParaRPr sz="2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3337560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6070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5A5A5A"/>
                </a:solidFill>
                <a:latin typeface="Arial"/>
              </a:rPr>
              <a:t>1</a:t>
            </a:r>
            <a:r>
              <a:rPr lang="en-US" sz="1800" b="0" dirty="0">
                <a:solidFill>
                  <a:srgbClr val="5A5A5A"/>
                </a:solidFill>
                <a:latin typeface="Arial"/>
              </a:rPr>
              <a:t>0 Versions of the Odyssey from </a:t>
            </a:r>
            <a:r>
              <a:rPr sz="1800" b="0" dirty="0">
                <a:solidFill>
                  <a:srgbClr val="5A5A5A"/>
                </a:solidFill>
                <a:latin typeface="Arial"/>
              </a:rPr>
              <a:t>Project Gutenberg 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Results from cliddel2.ipynb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was the question?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613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"/>
              </a:rPr>
              <a:t>How much does word choice change across English versions of the Odyssey — and can vocabulary patterns show differences between translations and rewrites?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914" y="3429000"/>
            <a:ext cx="4442678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900" b="1" dirty="0">
                <a:solidFill>
                  <a:srgbClr val="000000"/>
                </a:solidFill>
                <a:latin typeface="Arial"/>
              </a:rPr>
              <a:t>23,571 – 181,062</a:t>
            </a:r>
            <a:endParaRPr sz="2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4023360"/>
            <a:ext cx="2743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dirty="0">
                <a:solidFill>
                  <a:srgbClr val="5A5A5A"/>
                </a:solidFill>
                <a:latin typeface="Arial"/>
              </a:rPr>
              <a:t>Word counts</a:t>
            </a:r>
            <a:endParaRPr sz="1400" b="0" dirty="0">
              <a:solidFill>
                <a:srgbClr val="5A5A5A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82143" y="3429000"/>
            <a:ext cx="4131128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 dirty="0">
                <a:solidFill>
                  <a:srgbClr val="000000"/>
                </a:solidFill>
                <a:latin typeface="Arial"/>
              </a:rPr>
              <a:t>~300</a:t>
            </a:r>
            <a:r>
              <a:rPr lang="en-US" sz="2900" b="1" dirty="0">
                <a:solidFill>
                  <a:srgbClr val="000000"/>
                </a:solidFill>
                <a:latin typeface="Arial"/>
              </a:rPr>
              <a:t> (1614-1912)</a:t>
            </a:r>
            <a:endParaRPr sz="2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79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5A5A5A"/>
                </a:solidFill>
                <a:latin typeface="Arial"/>
              </a:rPr>
              <a:t>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429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00000"/>
                </a:solidFill>
                <a:latin typeface="Arial"/>
              </a:rPr>
              <a:t>5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translations + rewrites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Arial"/>
              </a:rPr>
              <a:t>Goal: use digital archaeology methods to reveal patterns that are difficult to see by reading one version at a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was the approach?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08176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444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408176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08176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Downloaded 10 Odyssey texts from Project Gutenberg.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441448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4780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441448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4144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Removed Gutenberg wrappers, lowercased the text, and tokenized words.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474720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47472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74720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Measured total words, common words, and words unique to each version.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507992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45445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50799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507992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Calculated pairwise cosine similarity from word-frequency profiles.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418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Text-processing choice: standard English stopwords were removed, plus “thy,” “thou,” “thee,” and “thus.”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problems did I encounter?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7" y="1481328"/>
            <a:ext cx="11725221" cy="476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3200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Choosing </a:t>
            </a:r>
            <a:r>
              <a:rPr sz="3200" dirty="0">
                <a:solidFill>
                  <a:srgbClr val="000000"/>
                </a:solidFill>
                <a:latin typeface="Arial"/>
              </a:rPr>
              <a:t>stop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</a:rPr>
              <a:t>word lists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:</a:t>
            </a:r>
            <a:r>
              <a:rPr sz="32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Old pronouns and language seemed unnecessary to compare.</a:t>
            </a:r>
            <a:endParaRPr sz="32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32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 Slight vocabulary differences (Telemachus vs </a:t>
            </a:r>
            <a:r>
              <a:rPr lang="en-US" sz="3200" dirty="0" err="1">
                <a:solidFill>
                  <a:srgbClr val="000000"/>
                </a:solidFill>
                <a:latin typeface="Arial"/>
              </a:rPr>
              <a:t>Telemachos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, etc.)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• Some versions of the text contained more than just the Odyssey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• Couldn’t find any easily downloadable modern translations (Post 1950)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Most common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Across versions, recurring character names and story-related vocabulary remain prominent.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386148-9B31-0975-B40C-B893623D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17" y="1216805"/>
            <a:ext cx="5953397" cy="4600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Unique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otebook_grap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94" y="1298448"/>
            <a:ext cx="363770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7220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Unique-word patterns show where individual translators and adapters introduce distinctive vocabulary.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B5084D-E527-B294-C2D3-7BDE55714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144" y="1085850"/>
            <a:ext cx="6590211" cy="5092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All books combined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otebook_grap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22" y="1261872"/>
            <a:ext cx="3580906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3620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This combined view highlights the vocabulary that dominates the corpus as a whole.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DC11B7-9616-0B90-BE94-B03A33FDC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27" y="1113923"/>
            <a:ext cx="9284426" cy="5183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otebook_grap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60" y="1243584"/>
            <a:ext cx="316637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0488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Highest similarity: S. Butler ↔ A. J. Church (84.77%)   •   Lowest: A. Pope ↔ M. E. Burt (48.64%)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25C44-9AC3-0898-E9A3-38D8F9AA9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309" y="1252728"/>
            <a:ext cx="7805162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NEXT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new ideas did this generate?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74145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rial"/>
              </a:rPr>
              <a:t>Compare 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Chapters</a:t>
            </a:r>
            <a:endParaRPr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94760" y="2050869"/>
            <a:ext cx="73609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Arial"/>
              </a:rPr>
              <a:t>Analyze the same scenes or books across versions instead of whole 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9909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rial"/>
              </a:rPr>
              <a:t>Test time and type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139005"/>
            <a:ext cx="73609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Arial"/>
              </a:rPr>
              <a:t>Separate the effects of publication year, translation vs. rewrite, and individual author style.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5429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rial"/>
              </a:rPr>
              <a:t>Expand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Sample Size</a:t>
            </a:r>
            <a:endParaRPr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4760" y="4654296"/>
            <a:ext cx="73609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Arial"/>
              </a:rPr>
              <a:t>Add modern translations and examine names, themes, sentiment, or key concepts across centuries.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779008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971032"/>
            <a:ext cx="104241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Big takeaway: the story stays recognizable, but each translator or adapter leaves a</a:t>
            </a:r>
            <a:r>
              <a:rPr lang="en-US" sz="1700" b="1" dirty="0">
                <a:solidFill>
                  <a:srgbClr val="000000"/>
                </a:solidFill>
                <a:latin typeface="Arial"/>
              </a:rPr>
              <a:t> mark.</a:t>
            </a:r>
            <a:endParaRPr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467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Liddell, Conner L</cp:lastModifiedBy>
  <cp:revision>2</cp:revision>
  <dcterms:created xsi:type="dcterms:W3CDTF">2013-01-27T09:14:16Z</dcterms:created>
  <dcterms:modified xsi:type="dcterms:W3CDTF">2026-09-08T17:59:35Z</dcterms:modified>
  <cp:category/>
</cp:coreProperties>
</file>